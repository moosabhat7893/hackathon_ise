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8B2BD9F-4A09-49D3-ADC9-F3748635583B}" v="1" dt="2025-11-28T08:20:26.20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E2FFD9-FFB0-C018-EA1E-7286C32C48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4A89C6-31C7-2E76-B0CE-CA1AC52403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CC0C3-041A-B17B-C5C6-35B1CB370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6D9E69-7836-0287-187E-3ADCC1BCEC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4CE5FE-E77D-BA38-0125-F11DFCFA78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70685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1546D2-D0A0-01D0-1704-DD7ACAAE11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16CEAF-DA4C-84E8-6E3A-90EC66BAE3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4897A8-13D3-FD70-5E6F-04039F5F09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5FF456-51E2-A442-0A52-16886F3CD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13C1CA-3B8E-7645-CD1F-45FFAA5C0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65110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CE5DD1-940C-1EB5-681D-8587379E79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55F0616-9259-B289-06C6-5651775C65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357DE3-A54B-9B35-1A08-B4228BA4B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77E18-D9B0-FEE2-A7EA-141E450D8F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C940D3-7E09-4D2D-C846-210957D54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29629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CD245-48E0-CCAE-865B-FB5DABD6D2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445C2-4919-15CC-1EB6-90D7AD922D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065439F-4F1A-DF27-B2D1-4410CF8F80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373562-A5BC-6A86-286F-E746ECBE44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0EBD15-47FC-2504-6CD6-6C9BCE5CC2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F81BE9-8546-6F6A-2AC3-C56FD3AD0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00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D6299-5DBA-30C3-F4A7-B81687D4E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E3BFF1-6E8E-166A-A2ED-FE353437D0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0F55AE-71DA-C554-83AF-D960ACCF06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39E79A4-AD63-D81D-EE22-DB26D57EBF3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C4EA282-7869-1F35-98E3-0B864A5F31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C45FCF-5635-9E69-55B7-270CC6D9B0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F26F34B-92A5-0C9E-3223-2199B56FD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B9DDF1-31CE-F860-0AF2-10756669A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6880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DA5E6-8B76-782F-1981-D3D6FF9AA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23C702-F7B5-C01C-BF8E-01D3CEA99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98CA3B-86EA-3A88-5622-9F0332089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23307B-3EB4-16D8-CDC4-B333FFA63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009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DDB64C-EC97-7802-BDF4-DEF3A5864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A0E06F-5770-1611-E5B0-B754BED09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573D45-C5DA-823F-C693-3AA69E21A0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54156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C7B6E8-477E-0AD9-A1C5-BD320DDBA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2DAFA8-E3CB-5D9D-729C-20668EAC2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4D923E-57DE-51BE-160A-83274372BE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4996C-2939-5375-7C0B-05C2F6C640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AA4838-0003-2BCB-5539-58CEB2CD0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0BA4A4-0B85-C691-4D7C-903F247AB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5262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82102-08AF-D83F-F2F9-C890963579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ECCFB9F-B4D2-1922-2E17-0F88D1C8F16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227ECF-B52B-2BBC-076A-EB3D264132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38F226-3405-0CC4-B572-ED9272928C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6DFD4-8EFC-6134-5F7C-50D927954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6DDCE5-D139-E01E-6DDD-06D3C5400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4631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8949ED-5A8E-3D30-C8B8-E3ED1CC08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8EA327-B789-E589-30D1-4B8754D22E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37844-0089-6137-4ADE-2407190A3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74ED0-5803-D4A9-F9AF-49A5418A2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60CEA9-8C8E-A8C0-D5E5-7B3B4245DF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972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506623-F5C4-B26B-4BAC-0F59D49C778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84E022-8D45-4486-8197-9D01834B80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2310D9-5F16-8985-A42D-0EBBFEE0AB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62893E-91FD-D442-FD4D-84CE1E49E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FA0C69-E176-EE40-49F9-5DFB8003C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9568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DF58E8D-887E-E67C-FD90-5A9FF40DF0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0D05E1-C6F7-E9F8-0E54-73A7E4E741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5AB73D-D024-456E-EBA9-984AE4A1C0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38FEBE-6993-4250-A321-74B961FF160C}" type="datetimeFigureOut">
              <a:rPr lang="en-US" smtClean="0"/>
              <a:t>11/28/2025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5C6B9E-A845-F653-D285-FC011B00A4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0211A-EC92-4C01-FBD7-2CBAF7B97CF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84CC59-4180-464A-8874-52CE6C33DD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2220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6FC73AE-8D25-23B7-210D-2F39AE17BF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"/>
            <a:ext cx="12218020" cy="6858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8B3013A-BD58-EAFC-A49C-2312C0C31A1D}"/>
              </a:ext>
            </a:extLst>
          </p:cNvPr>
          <p:cNvSpPr txBox="1"/>
          <p:nvPr/>
        </p:nvSpPr>
        <p:spPr>
          <a:xfrm>
            <a:off x="347472" y="4882896"/>
            <a:ext cx="43616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Muhammad Moosa : 1MS23IS071</a:t>
            </a:r>
          </a:p>
          <a:p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Kartikey Mani Tripathi : 1MS23IS052</a:t>
            </a:r>
            <a:b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Parth Jakar : 1MS23IS087</a:t>
            </a:r>
          </a:p>
        </p:txBody>
      </p:sp>
    </p:spTree>
    <p:extLst>
      <p:ext uri="{BB962C8B-B14F-4D97-AF65-F5344CB8AC3E}">
        <p14:creationId xmlns:p14="http://schemas.microsoft.com/office/powerpoint/2010/main" val="1703953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A565E05-22F1-1151-1D92-A6D81DB77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134"/>
            <a:ext cx="12213647" cy="684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0543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B3ADCD3-A031-080C-DD5E-92E6DAEBEA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7634"/>
            <a:ext cx="12192000" cy="687326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F05571E-7960-1730-F745-B97BA05EC8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0" y="1696976"/>
            <a:ext cx="8292281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5053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B29439B-FE21-630F-379A-1166E554AC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6323"/>
            <a:ext cx="12192000" cy="6890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5023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35D225C-317F-F761-4C61-D53B704E3F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4508"/>
            <a:ext cx="12183998" cy="6862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0045786-C51B-54AD-206B-FE5A0A6D9B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6771" y="3859237"/>
            <a:ext cx="4489905" cy="2450595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61849F2-17BD-EAAF-E65D-906B1F192B6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3447" y="4165048"/>
            <a:ext cx="3813048" cy="1838971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B46602F-5F96-59B7-0634-DA06F92770D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0172" y="3571135"/>
            <a:ext cx="2432303" cy="3026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97584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2565F63-0D42-82F3-7D91-2E24816F7C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12134"/>
            <a:ext cx="12192001" cy="6845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6095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CB57CE9-653E-1F60-E266-0D706D1F39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906"/>
            <a:ext cx="12191999" cy="683018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6DD41C-D4A9-0784-F191-EACBFA77CF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5174" y="612026"/>
            <a:ext cx="6479407" cy="50169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3081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14</Words>
  <Application>Microsoft Office PowerPoint</Application>
  <PresentationFormat>Widescreen</PresentationFormat>
  <Paragraphs>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‎ Keshu ‎</dc:creator>
  <cp:lastModifiedBy>Muhammad Moosa</cp:lastModifiedBy>
  <cp:revision>3</cp:revision>
  <dcterms:created xsi:type="dcterms:W3CDTF">2025-11-28T08:20:10Z</dcterms:created>
  <dcterms:modified xsi:type="dcterms:W3CDTF">2025-11-28T08:30:48Z</dcterms:modified>
</cp:coreProperties>
</file>